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NewToFile">
  <a:themeElements>
    <a:clrScheme name="NewToFil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76A60"/>
      </a:accent1>
      <a:accent2>
        <a:srgbClr val="E39C45"/>
      </a:accent2>
      <a:accent3>
        <a:srgbClr val="4E8098"/>
      </a:accent3>
      <a:accent4>
        <a:srgbClr val="79946A"/>
      </a:accent4>
      <a:accent5>
        <a:srgbClr val="BA6252"/>
      </a:accent5>
      <a:accent6>
        <a:srgbClr val="8B8070"/>
      </a:accent6>
      <a:hlink>
        <a:srgbClr val="0563C1"/>
      </a:hlink>
      <a:folHlink>
        <a:srgbClr val="954F72"/>
      </a:folHlink>
    </a:clrScheme>
    <a:fontScheme name="NewToFi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ewToFi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